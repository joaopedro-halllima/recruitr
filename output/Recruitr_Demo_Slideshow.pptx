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amwilson/Projects/recruitr/output/recruitr_demo_assets/cover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7">
              <a:alpha val="80000"/>
            </a:srgbClr>
          </a:solidFill>
          <a:ln w="12700">
            <a:solidFill>
              <a:srgbClr val="02081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20817">
              <a:alpha val="94000"/>
            </a:srgbClr>
          </a:solidFill>
          <a:ln w="12700">
            <a:solidFill>
              <a:srgbClr val="020817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4114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2E2F1"/>
                </a:solidFill>
              </a:rPr>
              <a:t>RECRUITR PRODUCT DEMO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14300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Coach-first recruiting in one live feed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30352" y="2331720"/>
            <a:ext cx="49377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7B7C7"/>
                </a:solidFill>
              </a:rPr>
              <a:t>A short walkthrough of how a coach discovers athletes, evaluates fit, builds a shortlist, and moves a player toward signing.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33756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8C7DE">
              <a:alpha val="94000"/>
            </a:srgbClr>
          </a:solidFill>
          <a:ln w="12700">
            <a:solidFill>
              <a:srgbClr val="28C7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3433572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111F"/>
                </a:solidFill>
              </a:rPr>
              <a:t>Discover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783080" y="333756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8C7DE">
              <a:alpha val="94000"/>
            </a:srgbClr>
          </a:solidFill>
          <a:ln w="12700">
            <a:solidFill>
              <a:srgbClr val="28C7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92808" y="3433572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111F"/>
                </a:solidFill>
              </a:rPr>
              <a:t>Evaluate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017520" y="333756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8C7DE">
              <a:alpha val="94000"/>
            </a:srgbClr>
          </a:solidFill>
          <a:ln w="12700">
            <a:solidFill>
              <a:srgbClr val="28C7D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27248" y="3433572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111F"/>
                </a:solidFill>
              </a:rPr>
              <a:t>Shortlist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251960" y="333756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4ADE80">
              <a:alpha val="94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61688" y="343357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111F"/>
                </a:solidFill>
              </a:rPr>
              <a:t>Sign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48640" y="5166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1078992" y="52578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Recruitr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2920" y="644652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3A8"/>
                </a:solidFill>
              </a:rPr>
              <a:t>Source imagery: live local app screenshots and provided mobile recording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amwilson/Projects/recruitr/output/recruitr_demo_assets/dashboard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7">
              <a:alpha val="80000"/>
            </a:srgbClr>
          </a:solidFill>
          <a:ln w="12700">
            <a:solidFill>
              <a:srgbClr val="020817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4114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2E2F1"/>
                </a:solidFill>
              </a:rPr>
              <a:t>1. DISCOVER ATHLETES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2920" y="82296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Scroll the highlight feed like a recruiting board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30352" y="1627632"/>
            <a:ext cx="52120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7B7C7"/>
                </a:solidFill>
              </a:rPr>
              <a:t>Coaches browse vertical athlete clips, search the ecosystem, and keep key actions one tap away.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468880"/>
            <a:ext cx="4389120" cy="1965960"/>
          </a:xfrm>
          <a:prstGeom prst="roundRect">
            <a:avLst>
              <a:gd name="adj" fmla="val 3721"/>
            </a:avLst>
          </a:prstGeom>
          <a:solidFill>
            <a:srgbClr val="081A30">
              <a:alpha val="96000"/>
            </a:srgbClr>
          </a:solidFill>
          <a:ln w="12700">
            <a:solidFill>
              <a:srgbClr val="2A93B8">
                <a:alpha val="7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2788920"/>
            <a:ext cx="438912" cy="438912"/>
          </a:xfrm>
          <a:prstGeom prst="ellipse">
            <a:avLst/>
          </a:prstGeom>
          <a:solidFill>
            <a:srgbClr val="28C7DE"/>
          </a:solidFill>
          <a:ln w="12700">
            <a:solidFill>
              <a:srgbClr val="28C7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8986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111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89888" y="2852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Watch real highlight clips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22960" y="3337560"/>
            <a:ext cx="438912" cy="438912"/>
          </a:xfrm>
          <a:prstGeom prst="ellips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4472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111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389888" y="34015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 engagement signals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22960" y="3886200"/>
            <a:ext cx="438912" cy="43891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99592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111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389888" y="39502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Search athletes, schools, teams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562088" y="393192"/>
            <a:ext cx="3493008" cy="5650992"/>
          </a:xfrm>
          <a:prstGeom prst="roundRect">
            <a:avLst>
              <a:gd name="adj" fmla="val 4712"/>
            </a:avLst>
          </a:prstGeom>
          <a:solidFill>
            <a:srgbClr val="030B16"/>
          </a:solidFill>
          <a:ln w="15240">
            <a:solidFill>
              <a:srgbClr val="28C7DE">
                <a:alpha val="80000"/>
              </a:srgbClr>
            </a:solidFill>
            <a:prstDash val="solid"/>
          </a:ln>
        </p:spPr>
      </p:sp>
      <p:pic>
        <p:nvPicPr>
          <p:cNvPr id="18" name="Image 1" descr="/Users/camwilson/Projects/recruitr/output/recruitr_demo_assets/phone_sh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08" y="438912"/>
            <a:ext cx="3401568" cy="555955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903720" y="3182112"/>
            <a:ext cx="603504" cy="0"/>
          </a:xfrm>
          <a:prstGeom prst="line">
            <a:avLst/>
          </a:prstGeom>
          <a:noFill/>
          <a:ln w="25400">
            <a:solidFill>
              <a:srgbClr val="28C7DE"/>
            </a:solidFill>
            <a:prstDash val="solid"/>
            <a:headEnd type="none"/>
            <a:tailEnd type="triangle"/>
          </a:ln>
        </p:spPr>
      </p:sp>
      <p:sp>
        <p:nvSpPr>
          <p:cNvPr id="20" name="Text 16"/>
          <p:cNvSpPr/>
          <p:nvPr/>
        </p:nvSpPr>
        <p:spPr>
          <a:xfrm>
            <a:off x="502920" y="644652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3A8"/>
                </a:solidFill>
              </a:rPr>
              <a:t>Recruitr demo workflow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amwilson/Projects/recruitr/output/recruitr_demo_assets/explore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7">
              <a:alpha val="80000"/>
            </a:srgbClr>
          </a:solidFill>
          <a:ln w="12700">
            <a:solidFill>
              <a:srgbClr val="020817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4114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2E2F1"/>
                </a:solidFill>
              </a:rPr>
              <a:t>2. EVALUATE FIT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Search, filter, and open the right profile fast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566928" y="1490472"/>
            <a:ext cx="3566160" cy="1536192"/>
          </a:xfrm>
          <a:prstGeom prst="roundRect">
            <a:avLst>
              <a:gd name="adj" fmla="val 4762"/>
            </a:avLst>
          </a:prstGeom>
          <a:solidFill>
            <a:srgbClr val="081A30">
              <a:alpha val="94000"/>
            </a:srgbClr>
          </a:solidFill>
          <a:ln w="12700">
            <a:solidFill>
              <a:srgbClr val="2A93B8">
                <a:alpha val="7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1755648"/>
            <a:ext cx="30632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</a:rPr>
              <a:t>A coach can move from broad discovery to specific recruiting intent by sport, role, school, team, or tag.</a:t>
            </a:r>
            <a:endParaRPr lang="en-US" sz="1320" dirty="0"/>
          </a:p>
        </p:txBody>
      </p:sp>
      <p:sp>
        <p:nvSpPr>
          <p:cNvPr id="8" name="Shape 5"/>
          <p:cNvSpPr/>
          <p:nvPr/>
        </p:nvSpPr>
        <p:spPr>
          <a:xfrm>
            <a:off x="4434840" y="1051560"/>
            <a:ext cx="5303520" cy="502920"/>
          </a:xfrm>
          <a:prstGeom prst="roundRect">
            <a:avLst>
              <a:gd name="adj" fmla="val 14545"/>
            </a:avLst>
          </a:prstGeom>
          <a:solidFill>
            <a:srgbClr val="0D2242">
              <a:alpha val="90000"/>
            </a:srgbClr>
          </a:solidFill>
          <a:ln w="15240">
            <a:solidFill>
              <a:srgbClr val="28C7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81728" y="12070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2E2F1"/>
                </a:solidFill>
              </a:rPr>
              <a:t>Search athletes, schools, teams, tags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865376"/>
            <a:ext cx="1005840" cy="-512064"/>
          </a:xfrm>
          <a:prstGeom prst="line">
            <a:avLst/>
          </a:prstGeom>
          <a:noFill/>
          <a:ln w="25400">
            <a:solidFill>
              <a:srgbClr val="28C7DE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58368" y="4297680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28C7DE">
              <a:alpha val="94000"/>
            </a:srgbClr>
          </a:solidFill>
          <a:ln w="12700">
            <a:solidFill>
              <a:srgbClr val="28C7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" y="4393692"/>
            <a:ext cx="740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111F"/>
                </a:solidFill>
              </a:rPr>
              <a:t>Profiles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737360" y="429768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4ADE80">
              <a:alpha val="94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47088" y="4393692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111F"/>
                </a:solidFill>
              </a:rPr>
              <a:t>Teams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688336" y="4297680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F9A8D4">
              <a:alpha val="94000"/>
            </a:srgbClr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98064" y="4393692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3111F"/>
                </a:solidFill>
              </a:rPr>
              <a:t>Schools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02920" y="644652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3A8"/>
                </a:solidFill>
              </a:rPr>
              <a:t>Recruitr demo workflow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amwilson/Projects/recruitr/output/recruitr_demo_assets/shortlis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7">
              <a:alpha val="80000"/>
            </a:srgbClr>
          </a:solidFill>
          <a:ln w="12700">
            <a:solidFill>
              <a:srgbClr val="020817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4114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2E2F1"/>
                </a:solidFill>
              </a:rPr>
              <a:t>3. BUILD THE SHORTLIST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Save prospects and keep recruiting context together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594360" y="1609344"/>
            <a:ext cx="4343400" cy="2423160"/>
          </a:xfrm>
          <a:prstGeom prst="roundRect">
            <a:avLst>
              <a:gd name="adj" fmla="val 3019"/>
            </a:avLst>
          </a:prstGeom>
          <a:solidFill>
            <a:srgbClr val="081A30">
              <a:alpha val="95000"/>
            </a:srgbClr>
          </a:solidFill>
          <a:ln w="12700">
            <a:solidFill>
              <a:srgbClr val="2A93B8">
                <a:alpha val="7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438912" cy="438912"/>
          </a:xfrm>
          <a:prstGeom prst="ellips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07568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111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35608" y="20299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Save athlete from feed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68680" y="2578608"/>
            <a:ext cx="438912" cy="438912"/>
          </a:xfrm>
          <a:prstGeom prst="ellipse">
            <a:avLst/>
          </a:prstGeom>
          <a:solidFill>
            <a:srgbClr val="28C7DE"/>
          </a:solidFill>
          <a:ln w="12700">
            <a:solidFill>
              <a:srgbClr val="28C7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68833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111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435608" y="26426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Compare notes and status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68680" y="3191256"/>
            <a:ext cx="438912" cy="43891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330098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111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435608" y="32552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Move to outreach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543800" y="4480560"/>
            <a:ext cx="3154680" cy="566928"/>
          </a:xfrm>
          <a:prstGeom prst="roundRect">
            <a:avLst>
              <a:gd name="adj" fmla="val 12903"/>
            </a:avLst>
          </a:prstGeom>
          <a:solidFill>
            <a:srgbClr val="4ADE80">
              <a:alpha val="97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18120" y="466344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2012"/>
                </a:solidFill>
              </a:rPr>
              <a:t>Ready for next step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02920" y="644652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3A8"/>
                </a:solidFill>
              </a:rPr>
              <a:t>Recruitr demo workflow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amwilson/Projects/recruitr/output/recruitr_demo_assets/shortlis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817">
              <a:alpha val="80000"/>
            </a:srgbClr>
          </a:solidFill>
          <a:ln w="12700">
            <a:solidFill>
              <a:srgbClr val="020817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4114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2E2F1"/>
                </a:solidFill>
              </a:rPr>
              <a:t>4. SIGN THE ATHLETE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2920" y="658368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Turn evaluation into a signed recruit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530352" y="1417320"/>
            <a:ext cx="53035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7B7C7"/>
                </a:solidFill>
              </a:rPr>
              <a:t>The story ends with a clear recruiting decision: the coach selects the athlete, sends the offer, and confirms the signing.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85800" y="2148840"/>
            <a:ext cx="2423160" cy="3886200"/>
          </a:xfrm>
          <a:prstGeom prst="roundRect">
            <a:avLst>
              <a:gd name="adj" fmla="val 6792"/>
            </a:avLst>
          </a:prstGeom>
          <a:solidFill>
            <a:srgbClr val="030B16"/>
          </a:solidFill>
          <a:ln w="15240">
            <a:solidFill>
              <a:srgbClr val="28C7DE">
                <a:alpha val="80000"/>
              </a:srgbClr>
            </a:solidFill>
            <a:prstDash val="solid"/>
          </a:ln>
        </p:spPr>
      </p:sp>
      <p:pic>
        <p:nvPicPr>
          <p:cNvPr id="8" name="Image 1" descr="/Users/camwilson/Projects/recruitr/output/recruitr_demo_assets/phone_video_fr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94560"/>
            <a:ext cx="2331720" cy="37947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794760" y="1901952"/>
            <a:ext cx="3657600" cy="3337560"/>
          </a:xfrm>
          <a:prstGeom prst="roundRect">
            <a:avLst>
              <a:gd name="adj" fmla="val 2192"/>
            </a:avLst>
          </a:prstGeom>
          <a:solidFill>
            <a:srgbClr val="081A30">
              <a:alpha val="97000"/>
            </a:srgbClr>
          </a:solidFill>
          <a:ln w="12700">
            <a:solidFill>
              <a:srgbClr val="2A93B8">
                <a:alpha val="7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096512" y="22128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2E2F1"/>
                </a:solidFill>
              </a:rPr>
              <a:t>Recruiting action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114800" y="2770632"/>
            <a:ext cx="438912" cy="438912"/>
          </a:xfrm>
          <a:prstGeom prst="ellipse">
            <a:avLst/>
          </a:prstGeom>
          <a:solidFill>
            <a:srgbClr val="28C7DE"/>
          </a:solidFill>
          <a:ln w="12700">
            <a:solidFill>
              <a:srgbClr val="28C7D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14800" y="288036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111F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681728" y="28346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Review final profile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114800" y="3447288"/>
            <a:ext cx="438912" cy="438912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114800" y="35570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111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681728" y="35112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Send signing offer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114800" y="4123944"/>
            <a:ext cx="438912" cy="43891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114800" y="423367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111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681728" y="41879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Athlete accepts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092440" y="2148840"/>
            <a:ext cx="3035808" cy="2542032"/>
          </a:xfrm>
          <a:prstGeom prst="roundRect">
            <a:avLst>
              <a:gd name="adj" fmla="val 3597"/>
            </a:avLst>
          </a:prstGeom>
          <a:solidFill>
            <a:srgbClr val="EFFFF6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522208" y="25420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5E35"/>
                </a:solidFill>
              </a:rPr>
              <a:t>SIGNED</a:t>
            </a:r>
            <a:endParaRPr lang="en-US" sz="3000" dirty="0"/>
          </a:p>
        </p:txBody>
      </p:sp>
      <p:sp>
        <p:nvSpPr>
          <p:cNvPr id="22" name="Text 18"/>
          <p:cNvSpPr/>
          <p:nvPr/>
        </p:nvSpPr>
        <p:spPr>
          <a:xfrm>
            <a:off x="8394192" y="3154680"/>
            <a:ext cx="2487168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F3C2A"/>
                </a:solidFill>
              </a:rPr>
              <a:t>Offer accepted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F3C2A"/>
                </a:solidFill>
              </a:rPr>
              <a:t>Roster spot confirmed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F3C2A"/>
                </a:solidFill>
              </a:rPr>
              <a:t>Coach notified in Recruitr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498080" y="3566160"/>
            <a:ext cx="502920" cy="0"/>
          </a:xfrm>
          <a:prstGeom prst="line">
            <a:avLst/>
          </a:prstGeom>
          <a:noFill/>
          <a:ln w="27940">
            <a:solidFill>
              <a:srgbClr val="4ADE80"/>
            </a:solidFill>
            <a:prstDash val="solid"/>
            <a:headEnd type="none"/>
            <a:tailEnd type="triangle"/>
          </a:ln>
        </p:spPr>
      </p:sp>
      <p:sp>
        <p:nvSpPr>
          <p:cNvPr id="24" name="Text 20"/>
          <p:cNvSpPr/>
          <p:nvPr/>
        </p:nvSpPr>
        <p:spPr>
          <a:xfrm>
            <a:off x="502920" y="644652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93A8"/>
                </a:solidFill>
              </a:rPr>
              <a:t>Final slide can be swapped for an actual signing screen once that UI is finalized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Recruitr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Recruitr Demo Slideshow</dc:title>
  <dc:subject>Recruitr product demo slideshow</dc:subject>
  <dc:creator>Recruitr</dc:creator>
  <cp:lastModifiedBy>Recruitr</cp:lastModifiedBy>
  <cp:revision>1</cp:revision>
  <dcterms:created xsi:type="dcterms:W3CDTF">2026-04-29T03:50:34Z</dcterms:created>
  <dcterms:modified xsi:type="dcterms:W3CDTF">2026-04-29T03:50:34Z</dcterms:modified>
</cp:coreProperties>
</file>